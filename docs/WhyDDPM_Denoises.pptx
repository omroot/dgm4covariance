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2" r:id="rId3"/>
    <p:sldId id="265" r:id="rId4"/>
    <p:sldId id="266" r:id="rId5"/>
    <p:sldId id="258" r:id="rId6"/>
    <p:sldId id="260" r:id="rId7"/>
    <p:sldId id="259" r:id="rId8"/>
    <p:sldId id="267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80"/>
    <p:restoredTop sz="94668"/>
  </p:normalViewPr>
  <p:slideViewPr>
    <p:cSldViewPr snapToGrid="0">
      <p:cViewPr varScale="1">
        <p:scale>
          <a:sx n="139" d="100"/>
          <a:sy n="139" d="100"/>
        </p:scale>
        <p:origin x="113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4003A3-F490-6643-A76C-9C0CC05CE541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EA87C-B1AD-CE4C-A5EB-7CE44BCEE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21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Stanley Chan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4E1FA-8376-174A-9EAB-AD86A060C93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659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EEA87C-B1AD-CE4C-A5EB-7CE44BCEE64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7300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EEA87C-B1AD-CE4C-A5EB-7CE44BCEE64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607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77AAB-409D-155D-320F-752F10D3A1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1E1B42-0D4D-937D-B4B0-2C456AD0FF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72D96-D34E-5BC8-2605-7BD469730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70D9E-467E-1E43-905C-3D77BF2A302F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A2344-8C57-3C34-94F5-30979AC67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8681A-24B2-341C-48B1-BBB4386BC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14E6-C203-AA40-B54D-34E939AEA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088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666CA-FE78-5A12-02CE-3F210A619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E11C8-9EDE-6E63-0BDC-6608B5228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CB9DA-46BC-BDA8-B285-854CCBC59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70D9E-467E-1E43-905C-3D77BF2A302F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3DEFA-E466-928F-7B73-A08522713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B6C24-675C-70EC-9367-C7AE9E448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14E6-C203-AA40-B54D-34E939AEA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677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BB16D-34CD-B0A2-DAEF-14E517F2D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0D3B0-3FFC-78D1-FE00-22799B8E9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999C1-1417-7C91-CAF5-62AC6F4B5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70D9E-467E-1E43-905C-3D77BF2A302F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69931-8B5A-CFB4-CA5E-947FC241C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ECC3B7-D545-11F3-1F5B-E7B9D26E5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14E6-C203-AA40-B54D-34E939AEA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782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25602-6EA0-B28F-450D-8915A7C9B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0ED8B-C266-1546-4D81-BACD3DF372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463763-5DED-FCFE-E0FF-C8EDB39E4C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5FA09-1C47-0956-D083-CBB2D84D4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70D9E-467E-1E43-905C-3D77BF2A302F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E5279E-C60C-DAD1-97AA-D41D86563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D3CC74-F424-EB45-061A-B7BCE27AD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14E6-C203-AA40-B54D-34E939AEA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239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D2C10-FDC0-5C01-6166-DAB867EB2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6E7B81-EC51-2DD1-DB5B-15CACA59C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104989-1B68-55E9-6CF6-89C27C6DAB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D94AAD-AB36-4BC0-AF79-7B0111240D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C467DE-5584-E835-2EBA-4511EFE045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EDA23A-0294-176C-19E7-D08C1CFDA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70D9E-467E-1E43-905C-3D77BF2A302F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CC0B00-D83C-0DAB-F7C7-B1BA27E6A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8BAC9A-C4B9-B528-F9F1-A90E37710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14E6-C203-AA40-B54D-34E939AEA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801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8C5C6-D8AB-1766-0E0A-74ABE80ED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0E27FA-0E95-2E29-9B8A-9767167CA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70D9E-467E-1E43-905C-3D77BF2A302F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5AF38A-0699-A49D-600A-82D9AE9DE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E5C6DC-2615-38AB-52B4-AD586A704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14E6-C203-AA40-B54D-34E939AEA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083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626BFC-FD15-F71D-773D-95A1681E8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70D9E-467E-1E43-905C-3D77BF2A302F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47C7CE-1319-1EFC-40D6-0B475F4E7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56A1FF-F6DD-B6EF-575D-A4F5897D3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14E6-C203-AA40-B54D-34E939AEA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025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F3847-A0FD-ADDB-29C8-4AD59430E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69F49-FD92-C035-F2AF-58B5F06BB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E8AC43-0D00-AD65-B60E-B5FB5F3307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B8E654-72A3-B88C-4586-840363987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70D9E-467E-1E43-905C-3D77BF2A302F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65BEE2-37D9-EE69-49DE-8FFF53E59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F5EC73-E31D-4696-AE04-2B6443FAD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14E6-C203-AA40-B54D-34E939AEA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751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4026A-19C5-FDDD-574D-94EA76D72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5B9125-D9CF-9A11-0E23-9A3F95D11D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0BAA09-0FFA-1317-84C2-F746A6970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7166D0-751B-A330-8346-03EC0C449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70D9E-467E-1E43-905C-3D77BF2A302F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69A137-4A46-06E0-46D1-BA85C73A0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9B29EB-BBBE-692F-7084-B61C8E96F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14E6-C203-AA40-B54D-34E939AEA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142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A16E6-E904-28D3-4150-4BF992575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118837-8D19-182C-893A-77A1FA33C6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74E9C-5756-3CD3-F557-A08FC68C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70D9E-467E-1E43-905C-3D77BF2A302F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097E5-8E12-B1F2-135F-36A094AF7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49CF4-1B9C-0E41-D1F3-FB2F4717E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14E6-C203-AA40-B54D-34E939AEA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937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872A82-E5A6-2935-2E2C-6897B02812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7A0258-7EFB-4B01-34A9-548DF19F7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7B7F7-1D22-50BB-CA34-E7854C14D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70D9E-467E-1E43-905C-3D77BF2A302F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3A5EF-C65B-0D87-3E65-18009845B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E2FAE-B93D-0191-86E3-EE3FD77E8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14E6-C203-AA40-B54D-34E939AEA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185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79D2BE-7935-C142-E282-F264DC053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823E4-D67F-8095-0494-41EA6EAE3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3A5BE-9F0A-C286-D223-626F19DE86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670D9E-467E-1E43-905C-3D77BF2A302F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DF84D-E07D-0E1A-51B5-F71C9BCCEE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E8783-5AC7-8915-8E71-4A6E96A063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6D14E6-C203-AA40-B54D-34E939AEA9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297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hyperlink" Target="https://arxiv.org/pdf/2403.18103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403.18103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403.18103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84FA4-85B3-89D3-EBD5-3562D33EF9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DDPM Denoises Covariance due to Inductive Bias: Formal Statements and Step-by-Step Proofs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8C9E9-6C1B-6D2C-5050-6BF2A406E4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Oualid Missaoui</a:t>
            </a:r>
          </a:p>
        </p:txBody>
      </p:sp>
    </p:spTree>
    <p:extLst>
      <p:ext uri="{BB962C8B-B14F-4D97-AF65-F5344CB8AC3E}">
        <p14:creationId xmlns:p14="http://schemas.microsoft.com/office/powerpoint/2010/main" val="65341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1A298-BCD2-2C45-3400-99EF73513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873" y="209261"/>
            <a:ext cx="10515600" cy="642793"/>
          </a:xfrm>
        </p:spPr>
        <p:txBody>
          <a:bodyPr>
            <a:normAutofit fontScale="90000"/>
          </a:bodyPr>
          <a:lstStyle/>
          <a:p>
            <a:r>
              <a:rPr lang="en-US" dirty="0"/>
              <a:t>DDPM Formulation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DD5613C-A77B-CA29-B36D-FD81FF85F0F1}"/>
              </a:ext>
            </a:extLst>
          </p:cNvPr>
          <p:cNvSpPr/>
          <p:nvPr/>
        </p:nvSpPr>
        <p:spPr>
          <a:xfrm>
            <a:off x="311727" y="1738746"/>
            <a:ext cx="644237" cy="144433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7EEFC75-CFD0-D15B-72AA-9380DE2055E6}"/>
                  </a:ext>
                </a:extLst>
              </p:cNvPr>
              <p:cNvSpPr txBox="1"/>
              <p:nvPr/>
            </p:nvSpPr>
            <p:spPr>
              <a:xfrm>
                <a:off x="496339" y="2322414"/>
                <a:ext cx="2750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7EEFC75-CFD0-D15B-72AA-9380DE2055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339" y="2322414"/>
                <a:ext cx="275012" cy="276999"/>
              </a:xfrm>
              <a:prstGeom prst="rect">
                <a:avLst/>
              </a:prstGeom>
              <a:blipFill>
                <a:blip r:embed="rId3"/>
                <a:stretch>
                  <a:fillRect l="-8696" r="-8696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424A6DA-33E6-ECC5-615B-86EB7A34365F}"/>
              </a:ext>
            </a:extLst>
          </p:cNvPr>
          <p:cNvSpPr/>
          <p:nvPr/>
        </p:nvSpPr>
        <p:spPr>
          <a:xfrm>
            <a:off x="1357748" y="1745672"/>
            <a:ext cx="644237" cy="144433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04EF41-94CC-554D-AD35-B1B6A68565B4}"/>
                  </a:ext>
                </a:extLst>
              </p:cNvPr>
              <p:cNvSpPr txBox="1"/>
              <p:nvPr/>
            </p:nvSpPr>
            <p:spPr>
              <a:xfrm>
                <a:off x="1542360" y="2329340"/>
                <a:ext cx="2696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04EF41-94CC-554D-AD35-B1B6A6856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2360" y="2329340"/>
                <a:ext cx="269689" cy="276999"/>
              </a:xfrm>
              <a:prstGeom prst="rect">
                <a:avLst/>
              </a:prstGeom>
              <a:blipFill>
                <a:blip r:embed="rId4"/>
                <a:stretch>
                  <a:fillRect l="-13636" r="-4545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3A75B7E-23F8-EDCE-FAB6-BBF159B81143}"/>
              </a:ext>
            </a:extLst>
          </p:cNvPr>
          <p:cNvSpPr/>
          <p:nvPr/>
        </p:nvSpPr>
        <p:spPr>
          <a:xfrm>
            <a:off x="2455719" y="1742207"/>
            <a:ext cx="644237" cy="144433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7F1443E-3C0A-545F-ED1F-081D6011F39F}"/>
                  </a:ext>
                </a:extLst>
              </p:cNvPr>
              <p:cNvSpPr txBox="1"/>
              <p:nvPr/>
            </p:nvSpPr>
            <p:spPr>
              <a:xfrm>
                <a:off x="2640331" y="2325875"/>
                <a:ext cx="2750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7F1443E-3C0A-545F-ED1F-081D6011F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331" y="2325875"/>
                <a:ext cx="275011" cy="276999"/>
              </a:xfrm>
              <a:prstGeom prst="rect">
                <a:avLst/>
              </a:prstGeom>
              <a:blipFill>
                <a:blip r:embed="rId5"/>
                <a:stretch>
                  <a:fillRect l="-13043" r="-4348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0364AB5-3937-1874-0CE2-66900934227B}"/>
              </a:ext>
            </a:extLst>
          </p:cNvPr>
          <p:cNvSpPr/>
          <p:nvPr/>
        </p:nvSpPr>
        <p:spPr>
          <a:xfrm>
            <a:off x="5756564" y="1769915"/>
            <a:ext cx="644237" cy="144433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E61C230-0B15-7E47-3CBD-C2EC0730AECB}"/>
                  </a:ext>
                </a:extLst>
              </p:cNvPr>
              <p:cNvSpPr txBox="1"/>
              <p:nvPr/>
            </p:nvSpPr>
            <p:spPr>
              <a:xfrm>
                <a:off x="5941176" y="2353583"/>
                <a:ext cx="29469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E61C230-0B15-7E47-3CBD-C2EC0730AE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1176" y="2353583"/>
                <a:ext cx="294696" cy="276999"/>
              </a:xfrm>
              <a:prstGeom prst="rect">
                <a:avLst/>
              </a:prstGeom>
              <a:blipFill>
                <a:blip r:embed="rId6"/>
                <a:stretch>
                  <a:fillRect l="-12500" r="-4167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C262B12-2BAE-71E7-1FA7-A592F9CA03A7}"/>
              </a:ext>
            </a:extLst>
          </p:cNvPr>
          <p:cNvCxnSpPr/>
          <p:nvPr/>
        </p:nvCxnSpPr>
        <p:spPr>
          <a:xfrm>
            <a:off x="997527" y="2185555"/>
            <a:ext cx="3290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BBAC8E7-6F57-80DD-1AC6-89B8C6377AC8}"/>
              </a:ext>
            </a:extLst>
          </p:cNvPr>
          <p:cNvCxnSpPr/>
          <p:nvPr/>
        </p:nvCxnSpPr>
        <p:spPr>
          <a:xfrm>
            <a:off x="2064330" y="2182090"/>
            <a:ext cx="3290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4522F99-6EE2-7BBF-1D39-8F66C2D79912}"/>
              </a:ext>
            </a:extLst>
          </p:cNvPr>
          <p:cNvCxnSpPr/>
          <p:nvPr/>
        </p:nvCxnSpPr>
        <p:spPr>
          <a:xfrm>
            <a:off x="3162305" y="2189016"/>
            <a:ext cx="3290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65151C0-EA8F-344B-27F9-4E4FDF370619}"/>
              </a:ext>
            </a:extLst>
          </p:cNvPr>
          <p:cNvCxnSpPr/>
          <p:nvPr/>
        </p:nvCxnSpPr>
        <p:spPr>
          <a:xfrm>
            <a:off x="5372111" y="2216724"/>
            <a:ext cx="3290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D477C20-A671-E681-3C73-E839C4DF0687}"/>
              </a:ext>
            </a:extLst>
          </p:cNvPr>
          <p:cNvCxnSpPr>
            <a:cxnSpLocks/>
          </p:cNvCxnSpPr>
          <p:nvPr/>
        </p:nvCxnSpPr>
        <p:spPr>
          <a:xfrm flipH="1">
            <a:off x="3131132" y="2838499"/>
            <a:ext cx="329048" cy="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6739762-A1D1-FA62-3E57-217EB609F866}"/>
              </a:ext>
            </a:extLst>
          </p:cNvPr>
          <p:cNvCxnSpPr>
            <a:cxnSpLocks/>
          </p:cNvCxnSpPr>
          <p:nvPr/>
        </p:nvCxnSpPr>
        <p:spPr>
          <a:xfrm flipH="1">
            <a:off x="5372111" y="2854134"/>
            <a:ext cx="329048" cy="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CE49341-71DD-E675-E575-BA21C20E92DF}"/>
              </a:ext>
            </a:extLst>
          </p:cNvPr>
          <p:cNvCxnSpPr>
            <a:cxnSpLocks/>
          </p:cNvCxnSpPr>
          <p:nvPr/>
        </p:nvCxnSpPr>
        <p:spPr>
          <a:xfrm flipH="1">
            <a:off x="2064330" y="2838499"/>
            <a:ext cx="329048" cy="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D8A1A15-B26F-CC71-1EFE-3DEF4EE5E07C}"/>
              </a:ext>
            </a:extLst>
          </p:cNvPr>
          <p:cNvCxnSpPr>
            <a:cxnSpLocks/>
          </p:cNvCxnSpPr>
          <p:nvPr/>
        </p:nvCxnSpPr>
        <p:spPr>
          <a:xfrm flipH="1">
            <a:off x="978481" y="2838499"/>
            <a:ext cx="329048" cy="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1EB6767-36E5-F7C9-F4CE-8970A4A41214}"/>
              </a:ext>
            </a:extLst>
          </p:cNvPr>
          <p:cNvSpPr txBox="1"/>
          <p:nvPr/>
        </p:nvSpPr>
        <p:spPr>
          <a:xfrm>
            <a:off x="3765970" y="2283173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…………..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3AB2AA-08C6-A936-DB28-43E65BBB7835}"/>
              </a:ext>
            </a:extLst>
          </p:cNvPr>
          <p:cNvSpPr txBox="1"/>
          <p:nvPr/>
        </p:nvSpPr>
        <p:spPr>
          <a:xfrm>
            <a:off x="1679866" y="983650"/>
            <a:ext cx="34500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Diffusion Models</a:t>
            </a:r>
          </a:p>
          <a:p>
            <a:r>
              <a:rPr lang="en-US" sz="1400" dirty="0"/>
              <a:t>Gradually add gaussian noise then reverse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CCF0DA-BFCF-E7EB-76B7-3E88721659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60" y="3344168"/>
            <a:ext cx="6737639" cy="5605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EBB05C-61A8-5512-79A4-2AC8E466A9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7038" y="852054"/>
            <a:ext cx="4215812" cy="10151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7F28F0-0E4F-52DC-F656-4F2E381AC42F}"/>
              </a:ext>
            </a:extLst>
          </p:cNvPr>
          <p:cNvSpPr txBox="1"/>
          <p:nvPr/>
        </p:nvSpPr>
        <p:spPr>
          <a:xfrm>
            <a:off x="5801266" y="6396870"/>
            <a:ext cx="869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9"/>
              </a:rPr>
              <a:t>source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652DBB-108C-371F-ED46-E8B44BB7776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98647" y="2960167"/>
            <a:ext cx="4973919" cy="188917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D65F43B-3055-B20A-6441-7E921C61B58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9986" y="4129532"/>
            <a:ext cx="4302125" cy="239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0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34D08-417E-4BF1-D996-896C34CBE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8" y="82713"/>
            <a:ext cx="8772525" cy="431638"/>
          </a:xfrm>
        </p:spPr>
        <p:txBody>
          <a:bodyPr>
            <a:normAutofit fontScale="90000"/>
          </a:bodyPr>
          <a:lstStyle/>
          <a:p>
            <a:r>
              <a:rPr lang="en-US" dirty="0"/>
              <a:t>Forward Process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7364FAB-796E-8CE2-CE89-C28181CC8F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3414903"/>
            <a:ext cx="7467199" cy="11578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D8A4883-8D4C-758B-5168-C39438F7B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0558"/>
            <a:ext cx="7467199" cy="10498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B25716-341E-7F5E-7CEC-9FDD2CF65A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8" y="1663358"/>
            <a:ext cx="7456321" cy="16779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A9FB787-68FA-33F4-5FB8-F0987AB50D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425" y="4824445"/>
            <a:ext cx="5527675" cy="17222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3D7D26-9F74-74F3-5D7E-23B0EFB1C9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7199" y="3955887"/>
            <a:ext cx="4620025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403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99AE-2351-AE3B-2858-D4CD18149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3CCD6-1FB4-F5AA-5E59-ACC82B03D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811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B4EDB-78D6-B083-AE81-B9D0EBD49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DDPM train for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18D21-15FC-20DB-2105-896E3EBC4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A2B675-EFF7-EF2B-450A-8AD71393B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991" y="2417591"/>
            <a:ext cx="8988809" cy="33923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E0EA61-8DB2-EE89-847F-BDBD717C9D03}"/>
              </a:ext>
            </a:extLst>
          </p:cNvPr>
          <p:cNvSpPr txBox="1"/>
          <p:nvPr/>
        </p:nvSpPr>
        <p:spPr>
          <a:xfrm>
            <a:off x="6424789" y="6399597"/>
            <a:ext cx="869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118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778F2-72E2-EFD8-2607-3308988DC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DDPM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B0972-8E84-52B1-008F-4D308A553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201E48-B555-8E16-9A48-B824FB2CE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200" y="2508250"/>
            <a:ext cx="6451600" cy="1841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905014-FEDF-47DA-7ABF-A550BC1DDEAA}"/>
              </a:ext>
            </a:extLst>
          </p:cNvPr>
          <p:cNvSpPr txBox="1"/>
          <p:nvPr/>
        </p:nvSpPr>
        <p:spPr>
          <a:xfrm>
            <a:off x="5421899" y="5298384"/>
            <a:ext cx="869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8842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95730-C122-913E-5678-A1A90D995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possible solutions we can have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A95CB-1327-9D77-CD66-A9886F31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2CEF7D-95A9-FCF5-069E-320A3CCC8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41" y="1690688"/>
            <a:ext cx="11244718" cy="461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453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BEDA8-088F-7A12-96C1-2B6F974CC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9A03A-29E4-AC04-BB61-67B9A3679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E00509-6855-CFC2-AD42-EEE0F9159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543" y="-350150"/>
            <a:ext cx="8058913" cy="54892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41FC3A-E360-C2F4-18BD-3CDFEE43EB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9487" y="5217769"/>
            <a:ext cx="7772400" cy="1273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137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8A786-3128-2F24-A00E-9E17F256A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6" y="0"/>
            <a:ext cx="10311581" cy="765585"/>
          </a:xfrm>
        </p:spPr>
        <p:txBody>
          <a:bodyPr/>
          <a:lstStyle/>
          <a:p>
            <a:r>
              <a:rPr lang="en-US" dirty="0"/>
              <a:t>Proof of theorem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9A121-03F7-A975-5EAB-D6BF6BCFF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97FF19-8AEB-F472-ADCE-584FD5CAC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5945" y="765585"/>
            <a:ext cx="6146464" cy="54959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300166-E477-85D3-E8EF-FC8186067D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77" y="765585"/>
            <a:ext cx="5366538" cy="563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516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59</Words>
  <Application>Microsoft Macintosh PowerPoint</Application>
  <PresentationFormat>Widescreen</PresentationFormat>
  <Paragraphs>22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Office Theme</vt:lpstr>
      <vt:lpstr>DDPM Denoises Covariance due to Inductive Bias: Formal Statements and Step-by-Step Proofs</vt:lpstr>
      <vt:lpstr>DDPM Formulation</vt:lpstr>
      <vt:lpstr>Forward Process</vt:lpstr>
      <vt:lpstr>PowerPoint Presentation</vt:lpstr>
      <vt:lpstr>What does DDPM train for ?</vt:lpstr>
      <vt:lpstr>DDPM Inference</vt:lpstr>
      <vt:lpstr>What possible solutions we can have ?</vt:lpstr>
      <vt:lpstr>PowerPoint Presentation</vt:lpstr>
      <vt:lpstr>Proof of theorem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Oualid Missaoui</dc:creator>
  <cp:lastModifiedBy>Oualid Missaoui</cp:lastModifiedBy>
  <cp:revision>2</cp:revision>
  <dcterms:created xsi:type="dcterms:W3CDTF">2025-10-14T14:31:56Z</dcterms:created>
  <dcterms:modified xsi:type="dcterms:W3CDTF">2025-10-14T16:22:49Z</dcterms:modified>
</cp:coreProperties>
</file>